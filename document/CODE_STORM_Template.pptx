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522BD3D-9CA3-0BEF-B433-A5107A91B687}">
          <p14:sldIdLst>
            <p14:sldId id="256"/>
          </p14:sldIdLst>
        </p14:section>
        <p14:section name="Problem and Objectives" id="{AB5AD4C1-142C-EE70-A560-803C65B8A1F7}">
          <p14:sldIdLst>
            <p14:sldId id="257"/>
            <p14:sldId id="258"/>
          </p14:sldIdLst>
        </p14:section>
        <p14:section name="Tech Stack" id="{18C795C2-B70D-4A51-378B-5C0B388CF430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62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six team detail fields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Add or remove objective rows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[bracketed] placeholder with your own content. Keep text concise so it stays readable on screen. Edit, add or remove flow blocks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Click to edit title</a:t>
            </a: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09360"/>
            <a:ext cx="110916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chemeClr val="accent2"/>
                </a:solidFill>
              </a:rPr>
              <a:t>CODE STORM | INNOVATION IGNITE SYMPOSIUM 2.0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Click to edit title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Name"/>
          <p:cNvSpPr txBox="1"/>
          <p:nvPr/>
        </p:nvSpPr>
        <p:spPr>
          <a:xfrm>
            <a:off x="548640" y="8686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INNOVATION IGNITE SYMPOSIUM 2.0</a:t>
            </a:r>
            <a:endParaRPr lang="en-US" sz="14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CODE STORM</a:t>
            </a:r>
            <a:endParaRPr lang="en-US" sz="5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MINI HACKATHON — PROJECT PRESENTATION</a:t>
            </a:r>
            <a:endParaRPr lang="en-US" sz="18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31089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IDEATE · INNOVATE · IMPLEMENT</a:t>
            </a:r>
            <a:endParaRPr lang="en-US" sz="1400" dirty="0"/>
          </a:p>
        </p:txBody>
      </p:sp>
      <p:sp>
        <p:nvSpPr>
          <p:cNvPr id="6" name="Institution"/>
          <p:cNvSpPr txBox="1"/>
          <p:nvPr/>
        </p:nvSpPr>
        <p:spPr>
          <a:xfrm>
            <a:off x="548640" y="41148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Shridevi Institute of Engineering and Technology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Computer Science &amp; Engineering</a:t>
            </a:r>
            <a:endParaRPr lang="en-US" sz="1600" dirty="0"/>
          </a:p>
        </p:txBody>
      </p:sp>
      <p:sp>
        <p:nvSpPr>
          <p:cNvPr id="7" name="Details Panel"/>
          <p:cNvSpPr/>
          <p:nvPr/>
        </p:nvSpPr>
        <p:spPr>
          <a:xfrm>
            <a:off x="7223760" y="640080"/>
            <a:ext cx="4416552" cy="5120640"/>
          </a:xfrm>
          <a:prstGeom prst="roundRect">
            <a:avLst>
              <a:gd name="adj" fmla="val 1242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Details Heading Node"/>
          <p:cNvSpPr/>
          <p:nvPr/>
        </p:nvSpPr>
        <p:spPr>
          <a:xfrm>
            <a:off x="7543800" y="93726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Details Heading"/>
          <p:cNvSpPr txBox="1"/>
          <p:nvPr/>
        </p:nvSpPr>
        <p:spPr>
          <a:xfrm>
            <a:off x="7772400" y="868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10" name="Label PROJECT TITLE"/>
          <p:cNvSpPr txBox="1"/>
          <p:nvPr/>
        </p:nvSpPr>
        <p:spPr>
          <a:xfrm>
            <a:off x="7543800" y="13258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PROJECT TITLE</a:t>
            </a:r>
            <a:endParaRPr lang="en-US" sz="1100" dirty="0"/>
          </a:p>
        </p:txBody>
      </p:sp>
      <p:sp>
        <p:nvSpPr>
          <p:cNvPr id="11" name="Field PROJECT TITLE"/>
          <p:cNvSpPr txBox="1"/>
          <p:nvPr/>
        </p:nvSpPr>
        <p:spPr>
          <a:xfrm>
            <a:off x="7543800" y="15544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 err="1">
                <a:solidFill>
                  <a:schemeClr val="bg1"/>
                </a:solidFill>
              </a:rPr>
              <a:t>FamilyMeds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Field Divider 1"/>
          <p:cNvSpPr/>
          <p:nvPr/>
        </p:nvSpPr>
        <p:spPr>
          <a:xfrm>
            <a:off x="7543800" y="196596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Label TEAM NAME"/>
          <p:cNvSpPr txBox="1"/>
          <p:nvPr/>
        </p:nvSpPr>
        <p:spPr>
          <a:xfrm>
            <a:off x="7543800" y="205740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4" name="Field TEAM NAME"/>
          <p:cNvSpPr txBox="1"/>
          <p:nvPr/>
        </p:nvSpPr>
        <p:spPr>
          <a:xfrm>
            <a:off x="7543800" y="22860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>
                <a:solidFill>
                  <a:schemeClr val="bg1"/>
                </a:solidFill>
              </a:rPr>
              <a:t>Elite Evolvers</a:t>
            </a:r>
          </a:p>
        </p:txBody>
      </p:sp>
      <p:sp>
        <p:nvSpPr>
          <p:cNvPr id="15" name="Field Divider 2"/>
          <p:cNvSpPr/>
          <p:nvPr/>
        </p:nvSpPr>
        <p:spPr>
          <a:xfrm>
            <a:off x="7543800" y="269748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Label TEAM ID"/>
          <p:cNvSpPr txBox="1"/>
          <p:nvPr/>
        </p:nvSpPr>
        <p:spPr>
          <a:xfrm>
            <a:off x="7543800" y="278892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ID</a:t>
            </a:r>
            <a:endParaRPr lang="en-US" sz="1100" dirty="0"/>
          </a:p>
        </p:txBody>
      </p:sp>
      <p:sp>
        <p:nvSpPr>
          <p:cNvPr id="17" name="Field TEAM ID"/>
          <p:cNvSpPr txBox="1"/>
          <p:nvPr/>
        </p:nvSpPr>
        <p:spPr>
          <a:xfrm>
            <a:off x="7543800" y="301752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>
                <a:solidFill>
                  <a:schemeClr val="bg1"/>
                </a:solidFill>
              </a:rPr>
              <a:t>MHC09</a:t>
            </a:r>
          </a:p>
        </p:txBody>
      </p:sp>
      <p:sp>
        <p:nvSpPr>
          <p:cNvPr id="18" name="Field Divider 3"/>
          <p:cNvSpPr/>
          <p:nvPr/>
        </p:nvSpPr>
        <p:spPr>
          <a:xfrm>
            <a:off x="7543800" y="342900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Label DOMAIN"/>
          <p:cNvSpPr txBox="1"/>
          <p:nvPr/>
        </p:nvSpPr>
        <p:spPr>
          <a:xfrm>
            <a:off x="7543800" y="352044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DOMAIN</a:t>
            </a:r>
            <a:endParaRPr lang="en-US" sz="1100" dirty="0"/>
          </a:p>
        </p:txBody>
      </p:sp>
      <p:sp>
        <p:nvSpPr>
          <p:cNvPr id="20" name="Field DOMAIN"/>
          <p:cNvSpPr txBox="1"/>
          <p:nvPr/>
        </p:nvSpPr>
        <p:spPr>
          <a:xfrm>
            <a:off x="7543800" y="37490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[Fintech / Healthcare Technology / Smart City]</a:t>
            </a:r>
            <a:endParaRPr lang="en-US" sz="1400" dirty="0"/>
          </a:p>
        </p:txBody>
      </p:sp>
      <p:sp>
        <p:nvSpPr>
          <p:cNvPr id="21" name="Field Divider 4"/>
          <p:cNvSpPr/>
          <p:nvPr/>
        </p:nvSpPr>
        <p:spPr>
          <a:xfrm>
            <a:off x="7543800" y="416052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Label TEAM LEADER"/>
          <p:cNvSpPr txBox="1"/>
          <p:nvPr/>
        </p:nvSpPr>
        <p:spPr>
          <a:xfrm>
            <a:off x="7543800" y="425196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23" name="Field TEAM LEADER"/>
          <p:cNvSpPr txBox="1"/>
          <p:nvPr/>
        </p:nvSpPr>
        <p:spPr>
          <a:xfrm>
            <a:off x="7543800" y="44805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[Enter Leader Name]</a:t>
            </a:r>
            <a:endParaRPr lang="en-US" sz="1400" dirty="0"/>
          </a:p>
        </p:txBody>
      </p:sp>
      <p:sp>
        <p:nvSpPr>
          <p:cNvPr id="24" name="Field Divider 5"/>
          <p:cNvSpPr/>
          <p:nvPr/>
        </p:nvSpPr>
        <p:spPr>
          <a:xfrm>
            <a:off x="7543800" y="4892040"/>
            <a:ext cx="377647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Label TEAM MEMBERS"/>
          <p:cNvSpPr txBox="1"/>
          <p:nvPr/>
        </p:nvSpPr>
        <p:spPr>
          <a:xfrm>
            <a:off x="7543800" y="49834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26" name="Field TEAM MEMBERS"/>
          <p:cNvSpPr txBox="1"/>
          <p:nvPr/>
        </p:nvSpPr>
        <p:spPr>
          <a:xfrm>
            <a:off x="7543800" y="5212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[Enter Names]</a:t>
            </a:r>
            <a:endParaRPr lang="en-US" sz="1400" dirty="0"/>
          </a:p>
        </p:txBody>
      </p:sp>
      <p:sp>
        <p:nvSpPr>
          <p:cNvPr id="27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01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02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Problem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Problem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Problem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Description</a:t>
            </a:r>
            <a:endParaRPr lang="en-US" sz="1300" dirty="0"/>
          </a:p>
        </p:txBody>
      </p:sp>
      <p:sp>
        <p:nvSpPr>
          <p:cNvPr id="9" name="Problem Lead"/>
          <p:cNvSpPr txBox="1"/>
          <p:nvPr/>
        </p:nvSpPr>
        <p:spPr>
          <a:xfrm>
            <a:off x="82296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[State the problem in one clear sentence.]</a:t>
            </a:r>
            <a:endParaRPr lang="en-US" sz="2000" dirty="0"/>
          </a:p>
        </p:txBody>
      </p:sp>
      <p:sp>
        <p:nvSpPr>
          <p:cNvPr id="10" name="Problem Details"/>
          <p:cNvSpPr txBox="1"/>
          <p:nvPr/>
        </p:nvSpPr>
        <p:spPr>
          <a:xfrm>
            <a:off x="822960" y="3840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[Context or background]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[The gap or pain point]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[Evidence or source, if any]</a:t>
            </a:r>
            <a:endParaRPr lang="en-US" sz="1400" dirty="0"/>
          </a:p>
        </p:txBody>
      </p:sp>
      <p:sp>
        <p:nvSpPr>
          <p:cNvPr id="11" name="Card Target Users &amp; Stakeholders"/>
          <p:cNvSpPr/>
          <p:nvPr/>
        </p:nvSpPr>
        <p:spPr>
          <a:xfrm>
            <a:off x="5257800" y="16916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Heading Target Users &amp; Stakeholders Node"/>
          <p:cNvSpPr/>
          <p:nvPr/>
        </p:nvSpPr>
        <p:spPr>
          <a:xfrm>
            <a:off x="5532120" y="19156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Heading Target Users &amp;amp; Stakeholders"/>
          <p:cNvSpPr txBox="1"/>
          <p:nvPr/>
        </p:nvSpPr>
        <p:spPr>
          <a:xfrm>
            <a:off x="5760720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Target Users &amp; Stakeholders</a:t>
            </a:r>
            <a:endParaRPr lang="en-US" sz="1300" dirty="0"/>
          </a:p>
        </p:txBody>
      </p:sp>
      <p:sp>
        <p:nvSpPr>
          <p:cNvPr id="14" name="Body Target Users &amp; Stakeholders"/>
          <p:cNvSpPr txBox="1"/>
          <p:nvPr/>
        </p:nvSpPr>
        <p:spPr>
          <a:xfrm>
            <a:off x="5532120" y="22219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[Primary users]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[Other affected stakeholders]</a:t>
            </a:r>
            <a:endParaRPr lang="en-US" sz="1400" dirty="0"/>
          </a:p>
        </p:txBody>
      </p:sp>
      <p:sp>
        <p:nvSpPr>
          <p:cNvPr id="15" name="Card Why the Problem Matters"/>
          <p:cNvSpPr/>
          <p:nvPr/>
        </p:nvSpPr>
        <p:spPr>
          <a:xfrm>
            <a:off x="5257800" y="31775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Heading Why the Problem Matters Node"/>
          <p:cNvSpPr/>
          <p:nvPr/>
        </p:nvSpPr>
        <p:spPr>
          <a:xfrm>
            <a:off x="5532120" y="34015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Heading Why the Problem Matters"/>
          <p:cNvSpPr txBox="1"/>
          <p:nvPr/>
        </p:nvSpPr>
        <p:spPr>
          <a:xfrm>
            <a:off x="5760720" y="33329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the Problem Matters</a:t>
            </a:r>
            <a:endParaRPr lang="en-US" sz="1300" dirty="0"/>
          </a:p>
        </p:txBody>
      </p:sp>
      <p:sp>
        <p:nvSpPr>
          <p:cNvPr id="18" name="Body Why the Problem Matters"/>
          <p:cNvSpPr txBox="1"/>
          <p:nvPr/>
        </p:nvSpPr>
        <p:spPr>
          <a:xfrm>
            <a:off x="5532120" y="37078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[Scale, urgency or consequence]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[Who benefits when it is solved]</a:t>
            </a:r>
            <a:endParaRPr lang="en-US" sz="1400" dirty="0"/>
          </a:p>
        </p:txBody>
      </p:sp>
      <p:sp>
        <p:nvSpPr>
          <p:cNvPr id="19" name="Card Limitations of Existing Solutions"/>
          <p:cNvSpPr/>
          <p:nvPr/>
        </p:nvSpPr>
        <p:spPr>
          <a:xfrm>
            <a:off x="5257800" y="4663440"/>
            <a:ext cx="6382512" cy="128016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Heading Limitations of Existing Solutions Node"/>
          <p:cNvSpPr/>
          <p:nvPr/>
        </p:nvSpPr>
        <p:spPr>
          <a:xfrm>
            <a:off x="5532120" y="48874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Heading Limitations of Existing Solutions"/>
          <p:cNvSpPr txBox="1"/>
          <p:nvPr/>
        </p:nvSpPr>
        <p:spPr>
          <a:xfrm>
            <a:off x="5760720" y="4818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Limitations of Existing Solutions</a:t>
            </a:r>
            <a:endParaRPr lang="en-US" sz="1300" dirty="0"/>
          </a:p>
        </p:txBody>
      </p:sp>
      <p:sp>
        <p:nvSpPr>
          <p:cNvPr id="22" name="Body Limitations of Existing Solutions"/>
          <p:cNvSpPr txBox="1"/>
          <p:nvPr/>
        </p:nvSpPr>
        <p:spPr>
          <a:xfrm>
            <a:off x="5532120" y="5193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[What current solutions miss]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[Why they fall short]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GOALS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03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Main Objective Card"/>
          <p:cNvSpPr/>
          <p:nvPr/>
        </p:nvSpPr>
        <p:spPr>
          <a:xfrm>
            <a:off x="548640" y="1691640"/>
            <a:ext cx="4480560" cy="4251960"/>
          </a:xfrm>
          <a:prstGeom prst="roundRect">
            <a:avLst>
              <a:gd name="adj" fmla="val 129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Main Objective Heading Node"/>
          <p:cNvSpPr/>
          <p:nvPr/>
        </p:nvSpPr>
        <p:spPr>
          <a:xfrm>
            <a:off x="822960" y="198882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Main Objective Heading"/>
          <p:cNvSpPr txBox="1"/>
          <p:nvPr/>
        </p:nvSpPr>
        <p:spPr>
          <a:xfrm>
            <a:off x="10515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9" name="Main Objective Lead"/>
          <p:cNvSpPr txBox="1"/>
          <p:nvPr/>
        </p:nvSpPr>
        <p:spPr>
          <a:xfrm>
            <a:off x="82296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[State the main goal of your project in one sentence.]</a:t>
            </a:r>
            <a:endParaRPr lang="en-US" sz="2000" dirty="0"/>
          </a:p>
        </p:txBody>
      </p:sp>
      <p:sp>
        <p:nvSpPr>
          <p:cNvPr id="10" name="Success Heading Node"/>
          <p:cNvSpPr/>
          <p:nvPr/>
        </p:nvSpPr>
        <p:spPr>
          <a:xfrm>
            <a:off x="822960" y="409194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Success Heading"/>
          <p:cNvSpPr txBox="1"/>
          <p:nvPr/>
        </p:nvSpPr>
        <p:spPr>
          <a:xfrm>
            <a:off x="105156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12" name="Success Body"/>
          <p:cNvSpPr txBox="1"/>
          <p:nvPr/>
        </p:nvSpPr>
        <p:spPr>
          <a:xfrm>
            <a:off x="822960" y="44348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[Expected outcome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[Expected outcome 2]</a:t>
            </a:r>
            <a:endParaRPr lang="en-US" sz="1400" dirty="0"/>
          </a:p>
        </p:txBody>
      </p:sp>
      <p:sp>
        <p:nvSpPr>
          <p:cNvPr id="13" name="Objective Card 1"/>
          <p:cNvSpPr/>
          <p:nvPr/>
        </p:nvSpPr>
        <p:spPr>
          <a:xfrm>
            <a:off x="5257800" y="169164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Objective Number 1"/>
          <p:cNvSpPr txBox="1"/>
          <p:nvPr/>
        </p:nvSpPr>
        <p:spPr>
          <a:xfrm>
            <a:off x="553212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Objective Divider 1"/>
          <p:cNvSpPr/>
          <p:nvPr/>
        </p:nvSpPr>
        <p:spPr>
          <a:xfrm>
            <a:off x="6355080" y="187452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6" name="Objective Text 1"/>
          <p:cNvSpPr txBox="1"/>
          <p:nvPr/>
        </p:nvSpPr>
        <p:spPr>
          <a:xfrm>
            <a:off x="6583680" y="1691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[Objective 1]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[Describe the goal in one line]</a:t>
            </a:r>
            <a:endParaRPr lang="en-US" sz="1600" dirty="0"/>
          </a:p>
        </p:txBody>
      </p:sp>
      <p:sp>
        <p:nvSpPr>
          <p:cNvPr id="17" name="Objective Card 2"/>
          <p:cNvSpPr/>
          <p:nvPr/>
        </p:nvSpPr>
        <p:spPr>
          <a:xfrm>
            <a:off x="5257800" y="278892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Objective Number 2"/>
          <p:cNvSpPr txBox="1"/>
          <p:nvPr/>
        </p:nvSpPr>
        <p:spPr>
          <a:xfrm>
            <a:off x="5532120" y="27889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Objective Divider 2"/>
          <p:cNvSpPr/>
          <p:nvPr/>
        </p:nvSpPr>
        <p:spPr>
          <a:xfrm>
            <a:off x="6355080" y="297180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0" name="Objective Text 2"/>
          <p:cNvSpPr txBox="1"/>
          <p:nvPr/>
        </p:nvSpPr>
        <p:spPr>
          <a:xfrm>
            <a:off x="658368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[Objective 2]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[Describe the goal in one line]</a:t>
            </a:r>
            <a:endParaRPr lang="en-US" sz="1600" dirty="0"/>
          </a:p>
        </p:txBody>
      </p:sp>
      <p:sp>
        <p:nvSpPr>
          <p:cNvPr id="21" name="Objective Card 3"/>
          <p:cNvSpPr/>
          <p:nvPr/>
        </p:nvSpPr>
        <p:spPr>
          <a:xfrm>
            <a:off x="5257800" y="388620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Objective Number 3"/>
          <p:cNvSpPr txBox="1"/>
          <p:nvPr/>
        </p:nvSpPr>
        <p:spPr>
          <a:xfrm>
            <a:off x="5532120" y="3886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Objective Divider 3"/>
          <p:cNvSpPr/>
          <p:nvPr/>
        </p:nvSpPr>
        <p:spPr>
          <a:xfrm>
            <a:off x="6355080" y="406908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Objective Text 3"/>
          <p:cNvSpPr txBox="1"/>
          <p:nvPr/>
        </p:nvSpPr>
        <p:spPr>
          <a:xfrm>
            <a:off x="658368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[Objective 3]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[Describe the goal in one line]</a:t>
            </a:r>
            <a:endParaRPr lang="en-US" sz="1600" dirty="0"/>
          </a:p>
        </p:txBody>
      </p:sp>
      <p:sp>
        <p:nvSpPr>
          <p:cNvPr id="25" name="Objective Card 4"/>
          <p:cNvSpPr/>
          <p:nvPr/>
        </p:nvSpPr>
        <p:spPr>
          <a:xfrm>
            <a:off x="5257800" y="4983480"/>
            <a:ext cx="6382512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Objective Number 4"/>
          <p:cNvSpPr txBox="1"/>
          <p:nvPr/>
        </p:nvSpPr>
        <p:spPr>
          <a:xfrm>
            <a:off x="5532120" y="4983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Objective Divider 4"/>
          <p:cNvSpPr/>
          <p:nvPr/>
        </p:nvSpPr>
        <p:spPr>
          <a:xfrm>
            <a:off x="6355080" y="5166360"/>
            <a:ext cx="0" cy="5486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8" name="Objective Text 4"/>
          <p:cNvSpPr txBox="1"/>
          <p:nvPr/>
        </p:nvSpPr>
        <p:spPr>
          <a:xfrm>
            <a:off x="658368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[Objective 4]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[Describe the goal in one line]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TOOLKIT</a:t>
            </a:r>
            <a:endParaRPr lang="en-US" sz="1200" dirty="0"/>
          </a:p>
        </p:txBody>
      </p:sp>
      <p:sp>
        <p:nvSpPr>
          <p:cNvPr id="4" name="Slide Number"/>
          <p:cNvSpPr txBox="1"/>
          <p:nvPr/>
        </p:nvSpPr>
        <p:spPr>
          <a:xfrm>
            <a:off x="10268712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04</a:t>
            </a:r>
            <a:r>
              <a:rPr lang="en-US" sz="1000" kern="0" spc="100" dirty="0">
                <a:solidFill>
                  <a:schemeClr val="accent2"/>
                </a:solidFill>
              </a:rPr>
              <a:t> / 04</a:t>
            </a:r>
            <a:endParaRPr lang="en-US" sz="1000" dirty="0"/>
          </a:p>
        </p:txBody>
      </p:sp>
      <p:sp>
        <p:nvSpPr>
          <p:cNvPr id="6" name="Flow Frame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7" name="Flow Heading Node"/>
          <p:cNvSpPr/>
          <p:nvPr/>
        </p:nvSpPr>
        <p:spPr>
          <a:xfrm>
            <a:off x="822960" y="1897380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Flow Heading"/>
          <p:cNvSpPr txBox="1"/>
          <p:nvPr/>
        </p:nvSpPr>
        <p:spPr>
          <a:xfrm>
            <a:off x="1051560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 Flow</a:t>
            </a:r>
            <a:endParaRPr lang="en-US" sz="1300" dirty="0"/>
          </a:p>
        </p:txBody>
      </p:sp>
      <p:sp>
        <p:nvSpPr>
          <p:cNvPr id="9" name="Flow Hint"/>
          <p:cNvSpPr txBox="1"/>
          <p:nvPr/>
        </p:nvSpPr>
        <p:spPr>
          <a:xfrm>
            <a:off x="7680960" y="1828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2"/>
                </a:solidFill>
              </a:rPr>
              <a:t>Edit, add or remove blocks as needed</a:t>
            </a:r>
            <a:endParaRPr lang="en-US" sz="1100" dirty="0"/>
          </a:p>
        </p:txBody>
      </p:sp>
      <p:sp>
        <p:nvSpPr>
          <p:cNvPr id="10" name="Flow Node 1"/>
          <p:cNvSpPr/>
          <p:nvPr/>
        </p:nvSpPr>
        <p:spPr>
          <a:xfrm>
            <a:off x="777240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Label 1"/>
          <p:cNvSpPr txBox="1"/>
          <p:nvPr/>
        </p:nvSpPr>
        <p:spPr>
          <a:xfrm>
            <a:off x="82296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[Frontend]</a:t>
            </a:r>
            <a:endParaRPr lang="en-US" sz="1400" dirty="0"/>
          </a:p>
        </p:txBody>
      </p:sp>
      <p:sp>
        <p:nvSpPr>
          <p:cNvPr id="12" name="Flow Arrow 1"/>
          <p:cNvSpPr/>
          <p:nvPr/>
        </p:nvSpPr>
        <p:spPr>
          <a:xfrm>
            <a:off x="2496312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Flow Node 2"/>
          <p:cNvSpPr/>
          <p:nvPr/>
        </p:nvSpPr>
        <p:spPr>
          <a:xfrm>
            <a:off x="3026664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low Label 2"/>
          <p:cNvSpPr txBox="1"/>
          <p:nvPr/>
        </p:nvSpPr>
        <p:spPr>
          <a:xfrm>
            <a:off x="3072384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[Backend]</a:t>
            </a:r>
            <a:endParaRPr lang="en-US" sz="1400" dirty="0"/>
          </a:p>
        </p:txBody>
      </p:sp>
      <p:sp>
        <p:nvSpPr>
          <p:cNvPr id="15" name="Flow Arrow 2"/>
          <p:cNvSpPr/>
          <p:nvPr/>
        </p:nvSpPr>
        <p:spPr>
          <a:xfrm>
            <a:off x="4745736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Flow Node 3"/>
          <p:cNvSpPr/>
          <p:nvPr/>
        </p:nvSpPr>
        <p:spPr>
          <a:xfrm>
            <a:off x="5276088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 Label 3"/>
          <p:cNvSpPr txBox="1"/>
          <p:nvPr/>
        </p:nvSpPr>
        <p:spPr>
          <a:xfrm>
            <a:off x="5321808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[AI / ML]</a:t>
            </a:r>
            <a:endParaRPr lang="en-US" sz="1400" dirty="0"/>
          </a:p>
        </p:txBody>
      </p:sp>
      <p:sp>
        <p:nvSpPr>
          <p:cNvPr id="18" name="Flow Arrow 3"/>
          <p:cNvSpPr/>
          <p:nvPr/>
        </p:nvSpPr>
        <p:spPr>
          <a:xfrm>
            <a:off x="6995160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Flow Node 4"/>
          <p:cNvSpPr/>
          <p:nvPr/>
        </p:nvSpPr>
        <p:spPr>
          <a:xfrm>
            <a:off x="7525512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low Label 4"/>
          <p:cNvSpPr txBox="1"/>
          <p:nvPr/>
        </p:nvSpPr>
        <p:spPr>
          <a:xfrm>
            <a:off x="7571232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[Database]</a:t>
            </a:r>
            <a:endParaRPr lang="en-US" sz="1400" dirty="0"/>
          </a:p>
        </p:txBody>
      </p:sp>
      <p:sp>
        <p:nvSpPr>
          <p:cNvPr id="21" name="Flow Arrow 4"/>
          <p:cNvSpPr/>
          <p:nvPr/>
        </p:nvSpPr>
        <p:spPr>
          <a:xfrm>
            <a:off x="9244584" y="2606040"/>
            <a:ext cx="457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Flow Node 5"/>
          <p:cNvSpPr/>
          <p:nvPr/>
        </p:nvSpPr>
        <p:spPr>
          <a:xfrm>
            <a:off x="9774936" y="228600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Label 5"/>
          <p:cNvSpPr txBox="1"/>
          <p:nvPr/>
        </p:nvSpPr>
        <p:spPr>
          <a:xfrm>
            <a:off x="9820656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[Deployment]</a:t>
            </a:r>
            <a:endParaRPr lang="en-US" sz="1400" dirty="0"/>
          </a:p>
        </p:txBody>
      </p:sp>
      <p:sp>
        <p:nvSpPr>
          <p:cNvPr id="24" name="Stack Card Languages"/>
          <p:cNvSpPr/>
          <p:nvPr/>
        </p:nvSpPr>
        <p:spPr>
          <a:xfrm>
            <a:off x="548640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Stack Heading Languages Node"/>
          <p:cNvSpPr/>
          <p:nvPr/>
        </p:nvSpPr>
        <p:spPr>
          <a:xfrm>
            <a:off x="822960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tack Heading Languages"/>
          <p:cNvSpPr txBox="1"/>
          <p:nvPr/>
        </p:nvSpPr>
        <p:spPr>
          <a:xfrm>
            <a:off x="105156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27" name="Stack Body Languages"/>
          <p:cNvSpPr txBox="1"/>
          <p:nvPr/>
        </p:nvSpPr>
        <p:spPr>
          <a:xfrm>
            <a:off x="822960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  <p:sp>
        <p:nvSpPr>
          <p:cNvPr id="28" name="Stack Card Frameworks &amp; Libraries"/>
          <p:cNvSpPr/>
          <p:nvPr/>
        </p:nvSpPr>
        <p:spPr>
          <a:xfrm>
            <a:off x="4322369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9" name="Stack Heading Frameworks &amp; Libraries Node"/>
          <p:cNvSpPr/>
          <p:nvPr/>
        </p:nvSpPr>
        <p:spPr>
          <a:xfrm>
            <a:off x="4596689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Stack Heading Frameworks &amp;amp; Libraries"/>
          <p:cNvSpPr txBox="1"/>
          <p:nvPr/>
        </p:nvSpPr>
        <p:spPr>
          <a:xfrm>
            <a:off x="4825289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Frameworks &amp; Libraries</a:t>
            </a:r>
            <a:endParaRPr lang="en-US" sz="1300" dirty="0"/>
          </a:p>
        </p:txBody>
      </p:sp>
      <p:sp>
        <p:nvSpPr>
          <p:cNvPr id="31" name="Stack Body Frameworks &amp; Libraries"/>
          <p:cNvSpPr txBox="1"/>
          <p:nvPr/>
        </p:nvSpPr>
        <p:spPr>
          <a:xfrm>
            <a:off x="4596689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  <p:sp>
        <p:nvSpPr>
          <p:cNvPr id="32" name="Stack Card AI / ML Tools"/>
          <p:cNvSpPr/>
          <p:nvPr/>
        </p:nvSpPr>
        <p:spPr>
          <a:xfrm>
            <a:off x="8096098" y="329184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3" name="Stack Heading AI / ML Tools Node"/>
          <p:cNvSpPr/>
          <p:nvPr/>
        </p:nvSpPr>
        <p:spPr>
          <a:xfrm>
            <a:off x="8370418" y="351586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Stack Heading AI / ML Tools"/>
          <p:cNvSpPr txBox="1"/>
          <p:nvPr/>
        </p:nvSpPr>
        <p:spPr>
          <a:xfrm>
            <a:off x="8599018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/ ML Tools</a:t>
            </a:r>
            <a:endParaRPr lang="en-US" sz="1300" dirty="0"/>
          </a:p>
        </p:txBody>
      </p:sp>
      <p:sp>
        <p:nvSpPr>
          <p:cNvPr id="35" name="Stack Body AI / ML Tools"/>
          <p:cNvSpPr txBox="1"/>
          <p:nvPr/>
        </p:nvSpPr>
        <p:spPr>
          <a:xfrm>
            <a:off x="8370418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  <p:sp>
        <p:nvSpPr>
          <p:cNvPr id="36" name="Stack Card APIs &amp; Integrations"/>
          <p:cNvSpPr/>
          <p:nvPr/>
        </p:nvSpPr>
        <p:spPr>
          <a:xfrm>
            <a:off x="548640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Stack Heading APIs &amp; Integrations Node"/>
          <p:cNvSpPr/>
          <p:nvPr/>
        </p:nvSpPr>
        <p:spPr>
          <a:xfrm>
            <a:off x="822960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Stack Heading APIs &amp;amp; Integrations"/>
          <p:cNvSpPr txBox="1"/>
          <p:nvPr/>
        </p:nvSpPr>
        <p:spPr>
          <a:xfrm>
            <a:off x="1051560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APIs &amp; Integrations</a:t>
            </a:r>
            <a:endParaRPr lang="en-US" sz="1300" dirty="0"/>
          </a:p>
        </p:txBody>
      </p:sp>
      <p:sp>
        <p:nvSpPr>
          <p:cNvPr id="39" name="Stack Body APIs &amp; Integrations"/>
          <p:cNvSpPr txBox="1"/>
          <p:nvPr/>
        </p:nvSpPr>
        <p:spPr>
          <a:xfrm>
            <a:off x="822960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  <p:sp>
        <p:nvSpPr>
          <p:cNvPr id="40" name="Stack Card Databases &amp; Storage"/>
          <p:cNvSpPr/>
          <p:nvPr/>
        </p:nvSpPr>
        <p:spPr>
          <a:xfrm>
            <a:off x="4322369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1" name="Stack Heading Databases &amp; Storage Node"/>
          <p:cNvSpPr/>
          <p:nvPr/>
        </p:nvSpPr>
        <p:spPr>
          <a:xfrm>
            <a:off x="4596689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2" name="Stack Heading Databases &amp;amp; Storage"/>
          <p:cNvSpPr txBox="1"/>
          <p:nvPr/>
        </p:nvSpPr>
        <p:spPr>
          <a:xfrm>
            <a:off x="4825289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Databases &amp; Storage</a:t>
            </a:r>
            <a:endParaRPr lang="en-US" sz="1300" dirty="0"/>
          </a:p>
        </p:txBody>
      </p:sp>
      <p:sp>
        <p:nvSpPr>
          <p:cNvPr id="43" name="Stack Body Databases &amp; Storage"/>
          <p:cNvSpPr txBox="1"/>
          <p:nvPr/>
        </p:nvSpPr>
        <p:spPr>
          <a:xfrm>
            <a:off x="4596689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  <p:sp>
        <p:nvSpPr>
          <p:cNvPr id="44" name="Stack Card Tools &amp; Deployment"/>
          <p:cNvSpPr/>
          <p:nvPr/>
        </p:nvSpPr>
        <p:spPr>
          <a:xfrm>
            <a:off x="8096098" y="4709160"/>
            <a:ext cx="3545129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5" name="Stack Heading Tools &amp; Deployment Node"/>
          <p:cNvSpPr/>
          <p:nvPr/>
        </p:nvSpPr>
        <p:spPr>
          <a:xfrm>
            <a:off x="8370418" y="4933188"/>
            <a:ext cx="118872" cy="1188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6" name="Stack Heading Tools &amp;amp; Deployment"/>
          <p:cNvSpPr txBox="1"/>
          <p:nvPr/>
        </p:nvSpPr>
        <p:spPr>
          <a:xfrm>
            <a:off x="8599018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Tools &amp; Deployment</a:t>
            </a:r>
            <a:endParaRPr lang="en-US" sz="1300" dirty="0"/>
          </a:p>
        </p:txBody>
      </p:sp>
      <p:sp>
        <p:nvSpPr>
          <p:cNvPr id="47" name="Stack Body Tools &amp; Deployment"/>
          <p:cNvSpPr txBox="1"/>
          <p:nvPr/>
        </p:nvSpPr>
        <p:spPr>
          <a:xfrm>
            <a:off x="8370418" y="52760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1]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[Technology 2]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Storm Cyber">
  <a:themeElements>
    <a:clrScheme name="Code Storm Cyber">
      <a:dk1>
        <a:srgbClr val="070D1C"/>
      </a:dk1>
      <a:lt1>
        <a:srgbClr val="FFFFFF"/>
      </a:lt1>
      <a:dk2>
        <a:srgbClr val="0F1B33"/>
      </a:dk2>
      <a:lt2>
        <a:srgbClr val="CFE3F5"/>
      </a:lt2>
      <a:accent1>
        <a:srgbClr val="22D3EE"/>
      </a:accent1>
      <a:accent2>
        <a:srgbClr val="8AA4C2"/>
      </a:accent2>
      <a:accent3>
        <a:srgbClr val="1E3556"/>
      </a:accent3>
      <a:accent4>
        <a:srgbClr val="0EA5C6"/>
      </a:accent4>
      <a:accent5>
        <a:srgbClr val="35557F"/>
      </a:accent5>
      <a:accent6>
        <a:srgbClr val="9BE8F7"/>
      </a:accent6>
      <a:hlink>
        <a:srgbClr val="22D3EE"/>
      </a:hlink>
      <a:folHlink>
        <a:srgbClr val="8AA4C2"/>
      </a:folHlink>
    </a:clrScheme>
    <a:fontScheme name="Code Storm Cy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433</Words>
  <Application>Microsoft Office PowerPoint</Application>
  <PresentationFormat>Widescreen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Code Storm Cyber</vt:lpstr>
      <vt:lpstr>CODE STORM</vt:lpstr>
      <vt:lpstr>Problem Statement</vt:lpstr>
      <vt:lpstr>Objectives</vt:lpstr>
      <vt:lpstr>Tech Stack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STORM - Participant Presentation Template</dc:title>
  <dc:subject>Innovation Ignite Symposium 2.0</dc:subject>
  <dc:creator>Department of CSE, SIET</dc:creator>
  <cp:lastModifiedBy>ABHILASH K R</cp:lastModifiedBy>
  <cp:revision>2</cp:revision>
  <dcterms:created xsi:type="dcterms:W3CDTF">2026-10-28T03:58:55Z</dcterms:created>
  <dcterms:modified xsi:type="dcterms:W3CDTF">2026-10-28T06:00:05Z</dcterms:modified>
</cp:coreProperties>
</file>