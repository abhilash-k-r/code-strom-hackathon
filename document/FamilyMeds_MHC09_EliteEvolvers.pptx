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DOMAIN: HEALTHCARE TECHNOLOGY | CODE STORM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FamilyMeds (DoseBandhu)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A Family-Connected Medication Safety Loop for Aging Parents in Villages</a:t>
            </a:r>
            <a:br/>
            <a:r>
              <a:t>Powered by Kannada Voice Assistance, Tablet-Strip Photos, and Remote Caregiver Escalation.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TEAM IDENTITY</a:t>
            </a:r>
          </a:p>
          <a:p>
            <a:r>
              <a:rPr b="1" sz="1300">
                <a:solidFill>
                  <a:srgbClr val="CBD5E1"/>
                </a:solidFill>
              </a:rPr>
              <a:t>Team Name: </a:t>
            </a:r>
            <a:r>
              <a:rPr b="0" sz="1300">
                <a:solidFill>
                  <a:srgbClr val="FFFFFF"/>
                </a:solidFill>
              </a:rPr>
              <a:t>Elite Evolvers</a:t>
            </a:r>
          </a:p>
          <a:p>
            <a:r>
              <a:rPr b="1" sz="1300">
                <a:solidFill>
                  <a:srgbClr val="CBD5E1"/>
                </a:solidFill>
              </a:rPr>
              <a:t>Team ID: </a:t>
            </a:r>
            <a:r>
              <a:rPr b="0" sz="1300">
                <a:solidFill>
                  <a:srgbClr val="FFFFFF"/>
                </a:solidFill>
              </a:rPr>
              <a:t>MHC09</a:t>
            </a:r>
          </a:p>
          <a:p>
            <a:r>
              <a:rPr b="1" sz="1300">
                <a:solidFill>
                  <a:srgbClr val="CBD5E1"/>
                </a:solidFill>
              </a:rPr>
              <a:t>Theme: </a:t>
            </a:r>
            <a:r>
              <a:rPr b="0" sz="1300">
                <a:solidFill>
                  <a:srgbClr val="FFFFFF"/>
                </a:solidFill>
              </a:rPr>
              <a:t>Smart Healthcare &amp; Rural Inclusivity</a:t>
            </a:r>
          </a:p>
          <a:p>
            <a:r>
              <a:rPr b="1" sz="1300">
                <a:solidFill>
                  <a:srgbClr val="CBD5E1"/>
                </a:solidFill>
              </a:rPr>
              <a:t>Core Goal: </a:t>
            </a:r>
            <a:r>
              <a:rPr b="0" sz="1300">
                <a:solidFill>
                  <a:srgbClr val="FFFFFF"/>
                </a:solidFill>
              </a:rPr>
              <a:t>Zero-Text Medication Safety for Seniors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393192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41148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TEAM MEMBERS</a:t>
            </a:r>
          </a:p>
          <a:p>
            <a:r>
              <a:rPr b="1" sz="1300">
                <a:solidFill>
                  <a:srgbClr val="CBD5E1"/>
                </a:solidFill>
              </a:rPr>
              <a:t>Team Leader: </a:t>
            </a:r>
            <a:r>
              <a:rPr b="0" sz="1300">
                <a:solidFill>
                  <a:srgbClr val="FFFFFF"/>
                </a:solidFill>
              </a:rPr>
              <a:t>Abhilash K R</a:t>
            </a:r>
          </a:p>
          <a:p>
            <a:r>
              <a:rPr b="1" sz="1300">
                <a:solidFill>
                  <a:srgbClr val="CBD5E1"/>
                </a:solidFill>
              </a:rPr>
              <a:t>Member 1: </a:t>
            </a:r>
            <a:r>
              <a:rPr b="0" sz="1300">
                <a:solidFill>
                  <a:srgbClr val="FFFFFF"/>
                </a:solidFill>
              </a:rPr>
              <a:t>Laxuman</a:t>
            </a:r>
          </a:p>
          <a:p>
            <a:r>
              <a:rPr b="1" sz="1300">
                <a:solidFill>
                  <a:srgbClr val="CBD5E1"/>
                </a:solidFill>
              </a:rPr>
              <a:t>Stack Focus: </a:t>
            </a:r>
            <a:r>
              <a:rPr b="0" sz="1300">
                <a:solidFill>
                  <a:srgbClr val="FFFFFF"/>
                </a:solidFill>
              </a:rPr>
              <a:t>Full-Stack (React Native + Node.js/Express)</a:t>
            </a:r>
          </a:p>
          <a:p>
            <a:r>
              <a:rPr b="1" sz="1300">
                <a:solidFill>
                  <a:srgbClr val="CBD5E1"/>
                </a:solidFill>
              </a:rPr>
              <a:t>Round Target: </a:t>
            </a:r>
            <a:r>
              <a:rPr b="0" sz="1300">
                <a:solidFill>
                  <a:srgbClr val="FFFFFF"/>
                </a:solidFill>
              </a:rPr>
              <a:t>Round 1 Idea Validation &amp; System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02 | Problem Statement &amp; Ground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THE RURAL HEALTHCARE DILEMMA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9E0B"/>
                </a:solidFill>
              </a:rPr>
              <a:t>The Situation: </a:t>
            </a:r>
            <a:r>
              <a:rPr sz="1200">
                <a:solidFill>
                  <a:srgbClr val="CBD5E1"/>
                </a:solidFill>
              </a:rPr>
              <a:t>Elderly parents in villages take daily critical medications (BP, diabetes), while adult children work in distant cities.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9E0B"/>
                </a:solidFill>
              </a:rPr>
              <a:t>The Daily Friction: </a:t>
            </a:r>
            <a:r>
              <a:rPr sz="1200">
                <a:solidFill>
                  <a:srgbClr val="CBD5E1"/>
                </a:solidFill>
              </a:rPr>
              <a:t>Weak eyesight, memory slip, and English-only blister packs lead to missed or confused doses. Children have no way of knowing if medicines were taken without calling multiple times a day.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9E0B"/>
                </a:solidFill>
              </a:rPr>
              <a:t>Existing App Flaws: </a:t>
            </a:r>
            <a:r>
              <a:rPr sz="1200">
                <a:solidFill>
                  <a:srgbClr val="CBD5E1"/>
                </a:solidFill>
              </a:rPr>
              <a:t>Current apps are built for literate smartphone users. They require English reading, complex navigation, and lack a closed family feedback loop.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9E0B"/>
                </a:solidFill>
              </a:rPr>
              <a:t>Doctor Guesswork: </a:t>
            </a:r>
            <a:r>
              <a:rPr sz="1200">
                <a:solidFill>
                  <a:srgbClr val="CBD5E1"/>
                </a:solidFill>
              </a:rPr>
              <a:t>During rural clinic visits, doctors are forced to rely on faulty patient recall rather than verifiable adherence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88720"/>
            <a:ext cx="53035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OFFICIAL EVIDENCE (UNINVENTED DATA)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FFFFFF"/>
                </a:solidFill>
              </a:rPr>
              <a:t>51% Adherence Rate: </a:t>
            </a:r>
            <a:r>
              <a:rPr sz="1100">
                <a:solidFill>
                  <a:srgbClr val="CBD5E1"/>
                </a:solidFill>
              </a:rPr>
              <a:t>A study of 2,840 older Indian adults found an average chronic medication adherence rate of only 51% (LASI Wave 1).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FFFFFF"/>
                </a:solidFill>
              </a:rPr>
              <a:t>Forgetfulness #1 Driver: </a:t>
            </a:r>
            <a:r>
              <a:rPr sz="1100">
                <a:solidFill>
                  <a:srgbClr val="CBD5E1"/>
                </a:solidFill>
              </a:rPr>
              <a:t>Clinical surveys consistently identify forgetfulness and pill confusion as the top reason for missed doses.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FFFFFF"/>
                </a:solidFill>
              </a:rPr>
              <a:t>34.5% Undiagnosed / 34.2% Uncontrolled: </a:t>
            </a:r>
            <a:r>
              <a:rPr sz="1100">
                <a:solidFill>
                  <a:srgbClr val="CBD5E1"/>
                </a:solidFill>
              </a:rPr>
              <a:t>Over 68% of older Indian adults with hypertension remain uncontrolled, dramatically raising stroke risks (NFHS/ICMR).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FFFFFF"/>
                </a:solidFill>
              </a:rPr>
              <a:t>Economic Impact: </a:t>
            </a:r>
            <a:r>
              <a:rPr sz="1100">
                <a:solidFill>
                  <a:srgbClr val="CBD5E1"/>
                </a:solidFill>
              </a:rPr>
              <a:t>One stroke hospitalisation costs ₹40,360 average (median ₹17,140) out-of-pocket in NSSO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297680"/>
            <a:ext cx="53035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43891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KEY STAKEHOLDERS</a:t>
            </a:r>
          </a:p>
          <a:p>
            <a:pPr>
              <a:spcBef>
                <a:spcPts val="300"/>
              </a:spcBef>
            </a:pPr>
            <a:r>
              <a:rPr b="1" sz="1100">
                <a:solidFill>
                  <a:srgbClr val="FFFFFF"/>
                </a:solidFill>
              </a:rPr>
              <a:t>Elderly Parent: </a:t>
            </a:r>
            <a:r>
              <a:rPr sz="1100">
                <a:solidFill>
                  <a:srgbClr val="CBD5E1"/>
                </a:solidFill>
              </a:rPr>
              <a:t>Needs zero English, zero typing. Can hear Kannada voice and press ONE button.</a:t>
            </a:r>
          </a:p>
          <a:p>
            <a:pPr>
              <a:spcBef>
                <a:spcPts val="300"/>
              </a:spcBef>
            </a:pPr>
            <a:r>
              <a:rPr b="1" sz="1100">
                <a:solidFill>
                  <a:srgbClr val="FFFFFF"/>
                </a:solidFill>
              </a:rPr>
              <a:t>City Child: </a:t>
            </a:r>
            <a:r>
              <a:rPr sz="1100">
                <a:solidFill>
                  <a:srgbClr val="CBD5E1"/>
                </a:solidFill>
              </a:rPr>
              <a:t>Handles 100% of setup remotely; gets peace of mind and proactive missed-dose alerts.</a:t>
            </a:r>
          </a:p>
          <a:p>
            <a:pPr>
              <a:spcBef>
                <a:spcPts val="300"/>
              </a:spcBef>
            </a:pPr>
            <a:r>
              <a:rPr b="1" sz="1100">
                <a:solidFill>
                  <a:srgbClr val="FFFFFF"/>
                </a:solidFill>
              </a:rPr>
              <a:t>Consulting Doctor: </a:t>
            </a:r>
            <a:r>
              <a:rPr sz="1100">
                <a:solidFill>
                  <a:srgbClr val="CBD5E1"/>
                </a:solidFill>
              </a:rPr>
              <a:t>Receives a truthful 14-day compliance chart during 2-minute OPD visits.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03 | Proposed Objectives &amp; 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72865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CORE OBJECTIVE &amp; SUCCESS DEFINITION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To eliminate medication non-adherence in elderly rural populations through an asymmetric dual-interface system that couples zero-text Kannada voice/photo prompts with automated family escalation.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5146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OBJ 01: Kannada Voice Assistance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Replaces memory with native-speech alarm: 'Amma, take your BP medicine' using phone TTS.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560320"/>
            <a:ext cx="25146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69748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OBJ 02: Visual Strip Recognition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Displays high-res photo of the blister strip so weak eyesight/illiteracy does not cause pill mix-ups.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25146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OBJ 03: 30-Min Family Escalation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If 'Taken' is unpressed after 30 mins, child’s phone rings with an emergency alert for instant follow-up.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560320"/>
            <a:ext cx="25146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69748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OBJ 04: Clinical 14-Day History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Aggregates compliance timestamp logs into a simple doctor chart, replacing guesswork at hospital visits.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728655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END-TO-END OPERATIONAL FLOW (THE 5-STEP PROTOCOL)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1. Remote Setup: Child in city enters medicine details, schedule, &amp; strip photo → Syncs to parent phone.</a:t>
            </a:r>
            <a:br/>
            <a:r>
              <a:t>2. Scheduled Alarm: Parent's phone rings locally (works offline) with loud Kannada speech &amp; blister photo.</a:t>
            </a:r>
            <a:br/>
            <a:r>
              <a:t>3. Zero-Friction Log: Parent presses ONE large green button: 'Taken' → Status logged locally &amp; synced.</a:t>
            </a:r>
            <a:br/>
            <a:r>
              <a:t>4. Safety Escalation: If unconfirmed in 30 minutes → Cloud triggers high-priority alarm on child's phone.</a:t>
            </a:r>
            <a:br/>
            <a:r>
              <a:t>5. Doctor Consultation: 14-day adherence chart presented during clinic visit for data-backed diagnosis.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04 | Tech Architecture, Novelty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29184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FEASIBLE TECH STACK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Frontend Application
</a:t>
            </a:r>
            <a:r>
              <a:rPr sz="1050">
                <a:solidFill>
                  <a:srgbClr val="CBD5E1"/>
                </a:solidFill>
              </a:rPr>
              <a:t>React Native (Expo) — One unified app with dual Parent/Child modes.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Backend Services
</a:t>
            </a:r>
            <a:r>
              <a:rPr sz="1050">
                <a:solidFill>
                  <a:srgbClr val="CBD5E1"/>
                </a:solidFill>
              </a:rPr>
              <a:t>Node.js &amp; Express.js REST API for secure token pairing &amp; schedule syncing.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Database Engine
</a:t>
            </a:r>
            <a:r>
              <a:rPr sz="1050">
                <a:solidFill>
                  <a:srgbClr val="CBD5E1"/>
                </a:solidFill>
              </a:rPr>
              <a:t>MongoDB Atlas (5 schemas: User, Link, Medicine, Schedule, DoseLog).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Voice Assistance
</a:t>
            </a:r>
            <a:r>
              <a:rPr sz="1050">
                <a:solidFill>
                  <a:srgbClr val="CBD5E1"/>
                </a:solidFill>
              </a:rPr>
              <a:t>On-device Text-to-Speech (TTS) for offline Kannada speech playback.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Push Notifications
</a:t>
            </a:r>
            <a:r>
              <a:rPr sz="1050">
                <a:solidFill>
                  <a:srgbClr val="CBD5E1"/>
                </a:solidFill>
              </a:rPr>
              <a:t>Firebase Cloud Messaging (FCM) high-priority data messages.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Offline Architecture
</a:t>
            </a:r>
            <a:r>
              <a:rPr sz="1050">
                <a:solidFill>
                  <a:srgbClr val="CBD5E1"/>
                </a:solidFill>
              </a:rPr>
              <a:t>Alarms scheduled locally on device. Internet needed only for family sync.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40233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28016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THE NOVELTY FACTOR (15 MARKS)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FFFFFF"/>
                </a:solidFill>
              </a:rPr>
              <a:t>Why we are NOT just a reminder app:
</a:t>
            </a:r>
            <a:r>
              <a:rPr i="1" sz="1100">
                <a:solidFill>
                  <a:srgbClr val="38BDF8"/>
                </a:solidFill>
              </a:rPr>
              <a:t>“Existing reminder apps assume the elderly parent can operate a smartphone app. FamilyMeds assumes the parent can only hear, recognize a photo, and press one button—shifting 100% of cognitive setup to the child.”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Asymmetric Setup: </a:t>
            </a:r>
            <a:r>
              <a:rPr sz="1050">
                <a:solidFill>
                  <a:srgbClr val="CBD5E1"/>
                </a:solidFill>
              </a:rPr>
              <a:t>Child manages schedule &amp; uploads photos from city; parent has zero menus.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Visual Strip Guidance: </a:t>
            </a:r>
            <a:r>
              <a:rPr sz="1050">
                <a:solidFill>
                  <a:srgbClr val="CBD5E1"/>
                </a:solidFill>
              </a:rPr>
              <a:t>Blister strip image displayed instead of confusing chemical names.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Dead-Man Safety Switch: </a:t>
            </a:r>
            <a:r>
              <a:rPr sz="1050">
                <a:solidFill>
                  <a:srgbClr val="CBD5E1"/>
                </a:solidFill>
              </a:rPr>
              <a:t>30-min unacknowledged dose rings child's phone with emergency alert.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Strict Medical Safety: </a:t>
            </a:r>
            <a:r>
              <a:rPr sz="1050">
                <a:solidFill>
                  <a:srgbClr val="CBD5E1"/>
                </a:solidFill>
              </a:rPr>
              <a:t>Zero pseudo-medical AI. Strictly reminders and records; doctor decides treatment.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188720"/>
            <a:ext cx="2956255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280160"/>
            <a:ext cx="2651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FUTURE ROADMAP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Phase 2: IVR / SMS Fallback
</a:t>
            </a:r>
            <a:r>
              <a:rPr sz="1050">
                <a:solidFill>
                  <a:srgbClr val="CBD5E1"/>
                </a:solidFill>
              </a:rPr>
              <a:t>Automated phone calls for parents who only own basic non-smartphones.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Phase 3: Secondary Caregiver
</a:t>
            </a:r>
            <a:r>
              <a:rPr sz="1050">
                <a:solidFill>
                  <a:srgbClr val="CBD5E1"/>
                </a:solidFill>
              </a:rPr>
              <a:t>Escalate to a verified village neighbor or local ASHA worker if child is unreachable.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Phase 4: Smart Refill Tracking
</a:t>
            </a:r>
            <a:r>
              <a:rPr sz="1050">
                <a:solidFill>
                  <a:srgbClr val="CBD5E1"/>
                </a:solidFill>
              </a:rPr>
              <a:t>Automated countdown alerting the child when 3 days of tablets remain in the blister strip.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Phase 5: Doctor Export
</a:t>
            </a:r>
            <a:r>
              <a:rPr sz="1050">
                <a:solidFill>
                  <a:srgbClr val="CBD5E1"/>
                </a:solidFill>
              </a:rPr>
              <a:t>One-click shareable PDF compliance summary for clinical consultations.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